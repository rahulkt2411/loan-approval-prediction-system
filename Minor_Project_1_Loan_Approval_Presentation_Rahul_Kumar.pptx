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EDCDC"/>
                </a:solidFill>
                <a:latin typeface="Aptos"/>
              </a:defRPr>
            </a:pPr>
            <a:r>
              <a:t>MINOR PROJECT 1  |  AIML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LOAN APPROVAL</a:t>
            </a:r>
          </a:p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CE6F0"/>
                </a:solidFill>
                <a:latin typeface="Aptos"/>
              </a:defRPr>
            </a:pPr>
            <a:r>
              <a:t>LoanWise • Logistic Regression •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Presented by: RAHUL KUMAR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Roll No.: 301302224267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CSE Core | Rungta College of Engineering and Technology | 2024–2028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C8DC"/>
                </a:solidFill>
                <a:latin typeface="Aptos"/>
              </a:defRPr>
            </a:pPr>
            <a:r>
              <a:t>Live demo: https://loan-approval-prediction-system-8dn6o5usdvqfd2y8tvmcjw.streamlit.app/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63241"/>
                </a:solidFill>
                <a:latin typeface="Aptos"/>
              </a:defRPr>
            </a:pPr>
            <a:r>
              <a:t>PROBLEM</a:t>
            </a:r>
          </a:p>
          <a:p>
            <a:pPr>
              <a:defRPr sz="1900" b="0">
                <a:solidFill>
                  <a:srgbClr val="263241"/>
                </a:solidFill>
                <a:latin typeface="Aptos"/>
              </a:defRPr>
            </a:pPr>
            <a:r>
              <a:t>Loan application assessment uses applicant and loan attributes. A consistent, accessible way to demonstrate a model-based estimate can help explain a classification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63241"/>
                </a:solidFill>
                <a:latin typeface="Aptos"/>
              </a:defRPr>
            </a:pPr>
            <a:r>
              <a:t>SOLUTION</a:t>
            </a:r>
          </a:p>
          <a:p>
            <a:pPr>
              <a:defRPr sz="1900" b="0">
                <a:solidFill>
                  <a:srgbClr val="263241"/>
                </a:solidFill>
                <a:latin typeface="Aptos"/>
              </a:defRPr>
            </a:pPr>
            <a:r>
              <a:t>A Streamlit web application collects applicant details, requests a Logistic Regression prediction, and displays the outcome and model-estimated probability.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2.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Build a browser-based loan prediction interface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Use Logistic Regression as the stated classifier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Load a persisted model artifact for inference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Show a predicted outcome and estimated probability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Provide a separate EMI calculator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Document and test the application responsibly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3.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Application and ML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Classification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Interactive web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39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38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joblib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404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Persisted model 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291839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3438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Google Colab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8404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Notebook environment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291839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3438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8404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Source control and hosting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4. Dataset and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527A"/>
                </a:solidFill>
                <a:latin typeface="Aptos"/>
              </a:defRPr>
            </a:pPr>
            <a:r>
              <a:t>Complete from the actual Colab notebook before final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Dataset name/source: [exact source]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Dataset size: [verified rows and columns]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Target field and labels: [exact values]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Input feature list: [actual fields]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Preprocessing and train/test split: [actual steps]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5.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Inspect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Split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Train Logistic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7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5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5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39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9567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7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Save and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63241"/>
                </a:solidFill>
                <a:latin typeface="Aptos"/>
              </a:defRPr>
            </a:pPr>
            <a:r>
              <a:t>Keep training-time preprocessing and inference-time feature ordering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6.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Dataset / Colab notebook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             ↓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Preprocessing and feature preparation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             ↓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Logistic Regression model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             ↓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Evaluation and saved model artifact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             ↓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Streamlit form → prediction → result display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Separate utility: EMI calculator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7. Live Application — Input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pic>
        <p:nvPicPr>
          <p:cNvPr id="6" name="Picture 5" descr="03_prediction_inpu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8. Live Application — Prediction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pic>
        <p:nvPicPr>
          <p:cNvPr id="6" name="Picture 5" descr="01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527A"/>
                </a:solidFill>
                <a:latin typeface="Aptos"/>
              </a:defRPr>
            </a:pPr>
            <a:r>
              <a:t>Example shown: model-estimated approval probability 63.3% — this is not model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9. EMI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pic>
        <p:nvPicPr>
          <p:cNvPr id="6" name="Picture 5" descr="02_emi_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10.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Model: Logistic Regression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Accuracy: [add verified value]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Precision: [add verified value]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Recall: [add verified value]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F1-score / ROC-AUC: [add if actually calculated]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Evaluation method and test-set details: [from notebook]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Do not use the 63.3% example prediction as an accuracy metric.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11. Testing and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Observed in supplied screenshots:</a:t>
            </a: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• Applicant input form is displayed</a:t>
            </a: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• Prediction outcome and 63.3% estimated probability are displayed</a:t>
            </a: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• EMI calculator displays monthly EMI and payment breakdown</a:t>
            </a: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Still verify: invalid input handling, model loading, model performance page, and feature importance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12. Limitations and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Output depends on training data and preprocessing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Historical lending data may encode bias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Probability estimates may not be calibrated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A model prediction is not a bank decision or guarantee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EMI estimates may omit lender fees and other charges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Academic prototype only; not for actual credit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13. Conclusion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CONCLUSION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LoanWise demonstrates a loan-status classification interface using Logistic Regression and Streamlit, with a separate EMI calculator.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FUTURE SCOPE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Reproducible evaluation and confusion matrix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Input validation and error handling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Explainability and fairness assessment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Dataset attribution and model versioning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14. Project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GitHub repository: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https://github.com/rahulkt2411/loan-approval-prediction-system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Colab notebook: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https://colab.research.google.com/drive/1HWvlstT-uvcoJwy5BrhV5cRekh0WQ8lC#scrollTo=P9UzhP-ZUfxz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Live Streamlit application: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https://loan-approval-prediction-system-8dn6o5usdvqfd2y8tvmcjw.streamlit.app/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Documentation: scikit-learn.org/stable/ | docs.streamlit.io/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527A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63B6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24527A"/>
                </a:solidFill>
                <a:latin typeface="Aptos"/>
              </a:defRPr>
            </a:pPr>
            <a: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